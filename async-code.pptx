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Montserrat Classic Bold" charset="1" panose="00000800000000000000"/>
      <p:regular r:id="rId26"/>
    </p:embeddedFont>
    <p:embeddedFont>
      <p:font typeface="Space Mono" charset="1" panose="0200050904000002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jpeg" Type="http://schemas.openxmlformats.org/officeDocument/2006/relationships/image"/><Relationship Id="rId5" Target="../media/VAHYPBBq_78.mp4" Type="http://schemas.openxmlformats.org/officeDocument/2006/relationships/video"/><Relationship Id="rId6" Target="../media/VAHYPBBq_78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7.jpeg" Type="http://schemas.openxmlformats.org/officeDocument/2006/relationships/image"/><Relationship Id="rId5" Target="../media/VAFAp8X4JeQ.mp4" Type="http://schemas.openxmlformats.org/officeDocument/2006/relationships/video"/><Relationship Id="rId6" Target="../media/VAFAp8X4JeQ.mp4" Type="http://schemas.microsoft.com/office/2007/relationships/media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596714">
            <a:off x="2476773" y="-495646"/>
            <a:ext cx="11903211" cy="11278292"/>
          </a:xfrm>
          <a:custGeom>
            <a:avLst/>
            <a:gdLst/>
            <a:ahLst/>
            <a:cxnLst/>
            <a:rect r="r" b="b" t="t" l="l"/>
            <a:pathLst>
              <a:path h="11278292" w="11903211">
                <a:moveTo>
                  <a:pt x="0" y="0"/>
                </a:moveTo>
                <a:lnTo>
                  <a:pt x="11903210" y="0"/>
                </a:lnTo>
                <a:lnTo>
                  <a:pt x="11903210" y="11278292"/>
                </a:lnTo>
                <a:lnTo>
                  <a:pt x="0" y="112782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44699" y="9231033"/>
            <a:ext cx="16214601" cy="9525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799007" y="2927971"/>
            <a:ext cx="10387711" cy="315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1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Your async code is lying to you.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3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8601075" y="1028700"/>
            <a:ext cx="9525" cy="8229600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662304" y="1238913"/>
            <a:ext cx="5286354" cy="7048472"/>
          </a:xfrm>
          <a:custGeom>
            <a:avLst/>
            <a:gdLst/>
            <a:ahLst/>
            <a:cxnLst/>
            <a:rect r="r" b="b" t="t" l="l"/>
            <a:pathLst>
              <a:path h="7048472" w="5286354">
                <a:moveTo>
                  <a:pt x="0" y="0"/>
                </a:moveTo>
                <a:lnTo>
                  <a:pt x="5286354" y="0"/>
                </a:lnTo>
                <a:lnTo>
                  <a:pt x="5286354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163560"/>
            <a:ext cx="6553562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F4F4F4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Daniel Denis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57618" y="1028700"/>
            <a:ext cx="7405440" cy="2324102"/>
            <a:chOff x="0" y="0"/>
            <a:chExt cx="9873920" cy="309880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9873920" cy="915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 u="sng">
                  <a:solidFill>
                    <a:srgbClr val="F4F4F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About Me!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166"/>
              <a:ext cx="9873920" cy="1905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sz="4199">
                  <a:solidFill>
                    <a:srgbClr val="F4F4F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Full Stack Developer 🤡 (Nowadays)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46084" y="3746799"/>
            <a:ext cx="7228508" cy="70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4F4F4"/>
                </a:solidFill>
                <a:latin typeface="Space Mono"/>
                <a:ea typeface="Space Mono"/>
                <a:cs typeface="Space Mono"/>
                <a:sym typeface="Space Mono"/>
              </a:rPr>
              <a:t>Cat Person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57618" y="4840271"/>
            <a:ext cx="7228508" cy="70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4F4F4"/>
                </a:solidFill>
                <a:latin typeface="Space Mono"/>
                <a:ea typeface="Space Mono"/>
                <a:cs typeface="Space Mono"/>
                <a:sym typeface="Space Mono"/>
              </a:rPr>
              <a:t>Typescript fanboy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57618" y="5933742"/>
            <a:ext cx="7228508" cy="70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4F4F4"/>
                </a:solidFill>
                <a:latin typeface="Space Mono"/>
                <a:ea typeface="Space Mono"/>
                <a:cs typeface="Space Mono"/>
                <a:sym typeface="Space Mono"/>
              </a:rPr>
              <a:t>Movie Critic by night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0590" y="-557187"/>
            <a:ext cx="11116814" cy="11116814"/>
          </a:xfrm>
          <a:custGeom>
            <a:avLst/>
            <a:gdLst/>
            <a:ahLst/>
            <a:cxnLst/>
            <a:rect r="r" b="b" t="t" l="l"/>
            <a:pathLst>
              <a:path h="11116814" w="11116814">
                <a:moveTo>
                  <a:pt x="0" y="0"/>
                </a:moveTo>
                <a:lnTo>
                  <a:pt x="11116814" y="0"/>
                </a:lnTo>
                <a:lnTo>
                  <a:pt x="11116814" y="11116814"/>
                </a:lnTo>
                <a:lnTo>
                  <a:pt x="0" y="11116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32643" y="3215867"/>
            <a:ext cx="3570706" cy="3570706"/>
          </a:xfrm>
          <a:custGeom>
            <a:avLst/>
            <a:gdLst/>
            <a:ahLst/>
            <a:cxnLst/>
            <a:rect r="r" b="b" t="t" l="l"/>
            <a:pathLst>
              <a:path h="3570706" w="3570706">
                <a:moveTo>
                  <a:pt x="0" y="0"/>
                </a:moveTo>
                <a:lnTo>
                  <a:pt x="3570706" y="0"/>
                </a:lnTo>
                <a:lnTo>
                  <a:pt x="3570706" y="3570706"/>
                </a:lnTo>
                <a:lnTo>
                  <a:pt x="0" y="3570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01935" y="3967480"/>
            <a:ext cx="6907223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Promises are essential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8588" y="3996055"/>
            <a:ext cx="7680712" cy="229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1"/>
              </a:lnSpc>
              <a:spcBef>
                <a:spcPct val="0"/>
              </a:spcBef>
            </a:pPr>
            <a:r>
              <a:rPr lang="en-US" sz="4358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we use them all the time to craft async operations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0590" y="-557187"/>
            <a:ext cx="11116814" cy="11116814"/>
          </a:xfrm>
          <a:custGeom>
            <a:avLst/>
            <a:gdLst/>
            <a:ahLst/>
            <a:cxnLst/>
            <a:rect r="r" b="b" t="t" l="l"/>
            <a:pathLst>
              <a:path h="11116814" w="11116814">
                <a:moveTo>
                  <a:pt x="0" y="0"/>
                </a:moveTo>
                <a:lnTo>
                  <a:pt x="11116814" y="0"/>
                </a:lnTo>
                <a:lnTo>
                  <a:pt x="11116814" y="11116814"/>
                </a:lnTo>
                <a:lnTo>
                  <a:pt x="0" y="11116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32643" y="3215867"/>
            <a:ext cx="3570706" cy="3570706"/>
          </a:xfrm>
          <a:custGeom>
            <a:avLst/>
            <a:gdLst/>
            <a:ahLst/>
            <a:cxnLst/>
            <a:rect r="r" b="b" t="t" l="l"/>
            <a:pathLst>
              <a:path h="3570706" w="3570706">
                <a:moveTo>
                  <a:pt x="0" y="0"/>
                </a:moveTo>
                <a:lnTo>
                  <a:pt x="3570706" y="0"/>
                </a:lnTo>
                <a:lnTo>
                  <a:pt x="3570706" y="3570706"/>
                </a:lnTo>
                <a:lnTo>
                  <a:pt x="0" y="3570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6330297" y="2664983"/>
            <a:ext cx="10929003" cy="614756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96889" y="3825200"/>
            <a:ext cx="6907223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Promises are essential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648" y="-136351"/>
            <a:ext cx="11116814" cy="11116814"/>
          </a:xfrm>
          <a:custGeom>
            <a:avLst/>
            <a:gdLst/>
            <a:ahLst/>
            <a:cxnLst/>
            <a:rect r="r" b="b" t="t" l="l"/>
            <a:pathLst>
              <a:path h="11116814" w="11116814">
                <a:moveTo>
                  <a:pt x="0" y="0"/>
                </a:moveTo>
                <a:lnTo>
                  <a:pt x="11116814" y="0"/>
                </a:lnTo>
                <a:lnTo>
                  <a:pt x="11116814" y="11116814"/>
                </a:lnTo>
                <a:lnTo>
                  <a:pt x="0" y="11116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32643" y="3215867"/>
            <a:ext cx="3570706" cy="3570706"/>
          </a:xfrm>
          <a:custGeom>
            <a:avLst/>
            <a:gdLst/>
            <a:ahLst/>
            <a:cxnLst/>
            <a:rect r="r" b="b" t="t" l="l"/>
            <a:pathLst>
              <a:path h="3570706" w="3570706">
                <a:moveTo>
                  <a:pt x="0" y="0"/>
                </a:moveTo>
                <a:lnTo>
                  <a:pt x="3570706" y="0"/>
                </a:lnTo>
                <a:lnTo>
                  <a:pt x="3570706" y="3570706"/>
                </a:lnTo>
                <a:lnTo>
                  <a:pt x="0" y="3570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9920" y="3463149"/>
            <a:ext cx="7442065" cy="317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7"/>
              </a:lnSpc>
              <a:spcBef>
                <a:spcPct val="0"/>
              </a:spcBef>
            </a:pPr>
            <a:r>
              <a:rPr lang="en-US" b="true" sz="911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Promises are...weird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52572" y="4401270"/>
            <a:ext cx="8365425" cy="116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9"/>
              </a:lnSpc>
              <a:spcBef>
                <a:spcPct val="0"/>
              </a:spcBef>
            </a:pPr>
            <a:r>
              <a:rPr lang="en-US" sz="226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In this talk we will go through a couple of odd behaviors and important short comings that you may have noticed, or not.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48594">
            <a:off x="9865245" y="-4577426"/>
            <a:ext cx="7626575" cy="7226180"/>
          </a:xfrm>
          <a:custGeom>
            <a:avLst/>
            <a:gdLst/>
            <a:ahLst/>
            <a:cxnLst/>
            <a:rect r="r" b="b" t="t" l="l"/>
            <a:pathLst>
              <a:path h="7226180" w="7626575">
                <a:moveTo>
                  <a:pt x="0" y="0"/>
                </a:moveTo>
                <a:lnTo>
                  <a:pt x="7626575" y="0"/>
                </a:lnTo>
                <a:lnTo>
                  <a:pt x="7626575" y="7226180"/>
                </a:lnTo>
                <a:lnTo>
                  <a:pt x="0" y="722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12319"/>
            <a:ext cx="6643450" cy="8862362"/>
          </a:xfrm>
          <a:custGeom>
            <a:avLst/>
            <a:gdLst/>
            <a:ahLst/>
            <a:cxnLst/>
            <a:rect r="r" b="b" t="t" l="l"/>
            <a:pathLst>
              <a:path h="8862362" w="6643450">
                <a:moveTo>
                  <a:pt x="0" y="0"/>
                </a:moveTo>
                <a:lnTo>
                  <a:pt x="6643450" y="0"/>
                </a:lnTo>
                <a:lnTo>
                  <a:pt x="6643450" y="8862362"/>
                </a:lnTo>
                <a:lnTo>
                  <a:pt x="0" y="8862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68595" y="3726593"/>
            <a:ext cx="9144000" cy="267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1"/>
              </a:lnSpc>
              <a:spcBef>
                <a:spcPct val="0"/>
              </a:spcBef>
            </a:pPr>
            <a:r>
              <a:rPr lang="en-US" sz="5115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Async/await is just syntactic sugar over promises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48594">
            <a:off x="9264776" y="-1939520"/>
            <a:ext cx="7626575" cy="7226180"/>
          </a:xfrm>
          <a:custGeom>
            <a:avLst/>
            <a:gdLst/>
            <a:ahLst/>
            <a:cxnLst/>
            <a:rect r="r" b="b" t="t" l="l"/>
            <a:pathLst>
              <a:path h="7226180" w="7626575">
                <a:moveTo>
                  <a:pt x="0" y="0"/>
                </a:moveTo>
                <a:lnTo>
                  <a:pt x="7626574" y="0"/>
                </a:lnTo>
                <a:lnTo>
                  <a:pt x="7626574" y="7226179"/>
                </a:lnTo>
                <a:lnTo>
                  <a:pt x="0" y="7226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72930" y="2151807"/>
            <a:ext cx="5059495" cy="209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  <a:spcBef>
                <a:spcPct val="0"/>
              </a:spcBef>
            </a:pPr>
            <a:r>
              <a:rPr lang="en-US" sz="297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Represents an already running computation, that may have completed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1935" y="3046567"/>
            <a:ext cx="7442065" cy="317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7"/>
              </a:lnSpc>
              <a:spcBef>
                <a:spcPct val="0"/>
              </a:spcBef>
            </a:pPr>
            <a:r>
              <a:rPr lang="en-US" b="true" sz="911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Eager Execution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72930" y="4786376"/>
            <a:ext cx="5059495" cy="103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  <a:spcBef>
                <a:spcPct val="0"/>
              </a:spcBef>
            </a:pPr>
            <a:r>
              <a:rPr lang="en-US" sz="297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You don’t have to call the promise.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72930" y="6364603"/>
            <a:ext cx="5059495" cy="103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  <a:spcBef>
                <a:spcPct val="0"/>
              </a:spcBef>
            </a:pPr>
            <a:r>
              <a:rPr lang="en-US" sz="297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Cannot describe a computation.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48594">
            <a:off x="9865245" y="-4577426"/>
            <a:ext cx="7626575" cy="7226180"/>
          </a:xfrm>
          <a:custGeom>
            <a:avLst/>
            <a:gdLst/>
            <a:ahLst/>
            <a:cxnLst/>
            <a:rect r="r" b="b" t="t" l="l"/>
            <a:pathLst>
              <a:path h="7226180" w="7626575">
                <a:moveTo>
                  <a:pt x="0" y="0"/>
                </a:moveTo>
                <a:lnTo>
                  <a:pt x="7626575" y="0"/>
                </a:lnTo>
                <a:lnTo>
                  <a:pt x="7626575" y="7226180"/>
                </a:lnTo>
                <a:lnTo>
                  <a:pt x="0" y="722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72930" y="2944064"/>
            <a:ext cx="5059495" cy="50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1879" indent="-320939" lvl="1">
              <a:lnSpc>
                <a:spcPts val="4162"/>
              </a:lnSpc>
              <a:spcBef>
                <a:spcPct val="0"/>
              </a:spcBef>
              <a:buAutoNum type="arabicPeriod" startAt="1"/>
            </a:pPr>
            <a:r>
              <a:rPr lang="en-US" sz="297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Code is correct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2429" y="3843059"/>
            <a:ext cx="7442065" cy="156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7"/>
              </a:lnSpc>
              <a:spcBef>
                <a:spcPct val="0"/>
              </a:spcBef>
            </a:pPr>
            <a:r>
              <a:rPr lang="en-US" b="true" sz="911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Core Ideas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72930" y="3841436"/>
            <a:ext cx="5059495" cy="156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1879" indent="-320939" lvl="1">
              <a:lnSpc>
                <a:spcPts val="4162"/>
              </a:lnSpc>
              <a:spcBef>
                <a:spcPct val="0"/>
              </a:spcBef>
              <a:buAutoNum type="arabicPeriod" startAt="1"/>
            </a:pPr>
            <a:r>
              <a:rPr lang="en-US" sz="297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Creating this promise causes a side effect.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95592" y="5798111"/>
            <a:ext cx="5059495" cy="209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1879" indent="-320939" lvl="1">
              <a:lnSpc>
                <a:spcPts val="4162"/>
              </a:lnSpc>
              <a:spcBef>
                <a:spcPct val="0"/>
              </a:spcBef>
              <a:buAutoNum type="arabicPeriod" startAt="1"/>
            </a:pPr>
            <a:r>
              <a:rPr lang="en-US" sz="297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We cannot get the value here without running the side effect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48594">
            <a:off x="9865245" y="-4577426"/>
            <a:ext cx="7626575" cy="7226180"/>
          </a:xfrm>
          <a:custGeom>
            <a:avLst/>
            <a:gdLst/>
            <a:ahLst/>
            <a:cxnLst/>
            <a:rect r="r" b="b" t="t" l="l"/>
            <a:pathLst>
              <a:path h="7226180" w="7626575">
                <a:moveTo>
                  <a:pt x="0" y="0"/>
                </a:moveTo>
                <a:lnTo>
                  <a:pt x="7626575" y="0"/>
                </a:lnTo>
                <a:lnTo>
                  <a:pt x="7626575" y="7226180"/>
                </a:lnTo>
                <a:lnTo>
                  <a:pt x="0" y="722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72930" y="2944064"/>
            <a:ext cx="5059495" cy="50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1879" indent="-320939" lvl="1">
              <a:lnSpc>
                <a:spcPts val="4162"/>
              </a:lnSpc>
              <a:spcBef>
                <a:spcPct val="0"/>
              </a:spcBef>
              <a:buAutoNum type="arabicPeriod" startAt="1"/>
            </a:pPr>
            <a:r>
              <a:rPr lang="en-US" sz="297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Code is correct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2429" y="3843059"/>
            <a:ext cx="7442065" cy="156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7"/>
              </a:lnSpc>
              <a:spcBef>
                <a:spcPct val="0"/>
              </a:spcBef>
            </a:pPr>
            <a:r>
              <a:rPr lang="en-US" b="true" sz="911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Core Ideas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72930" y="3841436"/>
            <a:ext cx="5059495" cy="156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1879" indent="-320939" lvl="1">
              <a:lnSpc>
                <a:spcPts val="4162"/>
              </a:lnSpc>
              <a:spcBef>
                <a:spcPct val="0"/>
              </a:spcBef>
              <a:buAutoNum type="arabicPeriod" startAt="1"/>
            </a:pPr>
            <a:r>
              <a:rPr lang="en-US" sz="297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Creating this promise causes a side effect.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95592" y="5798111"/>
            <a:ext cx="5059495" cy="209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1879" indent="-320939" lvl="1">
              <a:lnSpc>
                <a:spcPts val="4162"/>
              </a:lnSpc>
              <a:spcBef>
                <a:spcPct val="0"/>
              </a:spcBef>
              <a:buAutoNum type="arabicPeriod" startAt="1"/>
            </a:pPr>
            <a:r>
              <a:rPr lang="en-US" sz="297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We cannot get the value here without running the side effect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48594">
            <a:off x="9865245" y="-4577426"/>
            <a:ext cx="7626575" cy="7226180"/>
          </a:xfrm>
          <a:custGeom>
            <a:avLst/>
            <a:gdLst/>
            <a:ahLst/>
            <a:cxnLst/>
            <a:rect r="r" b="b" t="t" l="l"/>
            <a:pathLst>
              <a:path h="7226180" w="7626575">
                <a:moveTo>
                  <a:pt x="0" y="0"/>
                </a:moveTo>
                <a:lnTo>
                  <a:pt x="7626575" y="0"/>
                </a:lnTo>
                <a:lnTo>
                  <a:pt x="7626575" y="7226180"/>
                </a:lnTo>
                <a:lnTo>
                  <a:pt x="0" y="722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1251" y="2972735"/>
            <a:ext cx="8062749" cy="317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7"/>
              </a:lnSpc>
              <a:spcBef>
                <a:spcPct val="0"/>
              </a:spcBef>
            </a:pPr>
            <a:r>
              <a:rPr lang="en-US" b="true" sz="911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Implicit Memoization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84756" y="3449375"/>
            <a:ext cx="6524106" cy="270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Promises run and store the value, and there is nothing you can do about that.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48594">
            <a:off x="9865245" y="-4577426"/>
            <a:ext cx="7626575" cy="7226180"/>
          </a:xfrm>
          <a:custGeom>
            <a:avLst/>
            <a:gdLst/>
            <a:ahLst/>
            <a:cxnLst/>
            <a:rect r="r" b="b" t="t" l="l"/>
            <a:pathLst>
              <a:path h="7226180" w="7626575">
                <a:moveTo>
                  <a:pt x="0" y="0"/>
                </a:moveTo>
                <a:lnTo>
                  <a:pt x="7626575" y="0"/>
                </a:lnTo>
                <a:lnTo>
                  <a:pt x="7626575" y="7226180"/>
                </a:lnTo>
                <a:lnTo>
                  <a:pt x="0" y="722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1251" y="3780335"/>
            <a:ext cx="8062749" cy="156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7"/>
              </a:lnSpc>
              <a:spcBef>
                <a:spcPct val="0"/>
              </a:spcBef>
            </a:pPr>
            <a:r>
              <a:rPr lang="en-US" b="true" sz="911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Can’t retry?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40916" y="3885110"/>
            <a:ext cx="6524106" cy="202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There is no native way to actually retry a promise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48594">
            <a:off x="9865245" y="-4577426"/>
            <a:ext cx="7626575" cy="7226180"/>
          </a:xfrm>
          <a:custGeom>
            <a:avLst/>
            <a:gdLst/>
            <a:ahLst/>
            <a:cxnLst/>
            <a:rect r="r" b="b" t="t" l="l"/>
            <a:pathLst>
              <a:path h="7226180" w="7626575">
                <a:moveTo>
                  <a:pt x="0" y="0"/>
                </a:moveTo>
                <a:lnTo>
                  <a:pt x="7626575" y="0"/>
                </a:lnTo>
                <a:lnTo>
                  <a:pt x="7626575" y="7226180"/>
                </a:lnTo>
                <a:lnTo>
                  <a:pt x="0" y="722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1251" y="2972735"/>
            <a:ext cx="8062749" cy="317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7"/>
              </a:lnSpc>
              <a:spcBef>
                <a:spcPct val="0"/>
              </a:spcBef>
            </a:pPr>
            <a:r>
              <a:rPr lang="en-US" b="true" sz="911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Floating Promises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18531" y="3944508"/>
            <a:ext cx="6524106" cy="13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It’s not so easy to catch, right? right?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48594">
            <a:off x="9865245" y="-4577426"/>
            <a:ext cx="7626575" cy="7226180"/>
          </a:xfrm>
          <a:custGeom>
            <a:avLst/>
            <a:gdLst/>
            <a:ahLst/>
            <a:cxnLst/>
            <a:rect r="r" b="b" t="t" l="l"/>
            <a:pathLst>
              <a:path h="7226180" w="7626575">
                <a:moveTo>
                  <a:pt x="0" y="0"/>
                </a:moveTo>
                <a:lnTo>
                  <a:pt x="7626575" y="0"/>
                </a:lnTo>
                <a:lnTo>
                  <a:pt x="7626575" y="7226180"/>
                </a:lnTo>
                <a:lnTo>
                  <a:pt x="0" y="722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1251" y="2972735"/>
            <a:ext cx="8062749" cy="317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7"/>
              </a:lnSpc>
            </a:pPr>
            <a:r>
              <a:rPr lang="en-US" sz="9119" b="true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Can’t stop, </a:t>
            </a:r>
          </a:p>
          <a:p>
            <a:pPr algn="l">
              <a:lnSpc>
                <a:spcPts val="12767"/>
              </a:lnSpc>
              <a:spcBef>
                <a:spcPct val="0"/>
              </a:spcBef>
            </a:pPr>
            <a:r>
              <a:rPr lang="en-US" b="true" sz="911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won’t stop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18531" y="2753539"/>
            <a:ext cx="6524106" cy="13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We cannot interrupt a running promise.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18531" y="4576886"/>
            <a:ext cx="6524106" cy="13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We had a failed proposal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48594">
            <a:off x="9865245" y="-4577426"/>
            <a:ext cx="7626575" cy="7226180"/>
          </a:xfrm>
          <a:custGeom>
            <a:avLst/>
            <a:gdLst/>
            <a:ahLst/>
            <a:cxnLst/>
            <a:rect r="r" b="b" t="t" l="l"/>
            <a:pathLst>
              <a:path h="7226180" w="7626575">
                <a:moveTo>
                  <a:pt x="0" y="0"/>
                </a:moveTo>
                <a:lnTo>
                  <a:pt x="7626575" y="0"/>
                </a:lnTo>
                <a:lnTo>
                  <a:pt x="7626575" y="7226180"/>
                </a:lnTo>
                <a:lnTo>
                  <a:pt x="0" y="722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1251" y="2972735"/>
            <a:ext cx="8062749" cy="317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7"/>
              </a:lnSpc>
              <a:spcBef>
                <a:spcPct val="0"/>
              </a:spcBef>
            </a:pPr>
            <a:r>
              <a:rPr lang="en-US" b="true" sz="911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Abort Controller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38601" y="742123"/>
            <a:ext cx="6524106" cy="13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You have to do all the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38601" y="2631065"/>
            <a:ext cx="6524106" cy="202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You have to pass the signal through all the layers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38601" y="4888082"/>
            <a:ext cx="6524106" cy="202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You read the aborted signal, but you have to explicitely stop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8601" y="7488761"/>
            <a:ext cx="6524106" cy="202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Abort appears as an error, which then you have to deal with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48594">
            <a:off x="9865245" y="-4577426"/>
            <a:ext cx="7626575" cy="7226180"/>
          </a:xfrm>
          <a:custGeom>
            <a:avLst/>
            <a:gdLst/>
            <a:ahLst/>
            <a:cxnLst/>
            <a:rect r="r" b="b" t="t" l="l"/>
            <a:pathLst>
              <a:path h="7226180" w="7626575">
                <a:moveTo>
                  <a:pt x="0" y="0"/>
                </a:moveTo>
                <a:lnTo>
                  <a:pt x="7626575" y="0"/>
                </a:lnTo>
                <a:lnTo>
                  <a:pt x="7626575" y="7226180"/>
                </a:lnTo>
                <a:lnTo>
                  <a:pt x="0" y="722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1251" y="3780335"/>
            <a:ext cx="8062749" cy="156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7"/>
              </a:lnSpc>
              <a:spcBef>
                <a:spcPct val="0"/>
              </a:spcBef>
            </a:pPr>
            <a:r>
              <a:rPr lang="en-US" b="true" sz="911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WTH is 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15145" y="660655"/>
            <a:ext cx="6524106" cy="65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e is unknown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15145" y="2252240"/>
            <a:ext cx="6524106" cy="202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This is a JS thing not necessarilly a promises thing.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15145" y="4763309"/>
            <a:ext cx="6524106" cy="202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Generic Parameter of type Promise&lt;A&gt;</a:t>
            </a:r>
          </a:p>
          <a:p>
            <a:pPr algn="l">
              <a:lnSpc>
                <a:spcPts val="536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315145" y="7390196"/>
            <a:ext cx="6524106" cy="65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CLANKERS WILL PARSE!!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48594">
            <a:off x="9865245" y="-4577426"/>
            <a:ext cx="7626575" cy="7226180"/>
          </a:xfrm>
          <a:custGeom>
            <a:avLst/>
            <a:gdLst/>
            <a:ahLst/>
            <a:cxnLst/>
            <a:rect r="r" b="b" t="t" l="l"/>
            <a:pathLst>
              <a:path h="7226180" w="7626575">
                <a:moveTo>
                  <a:pt x="0" y="0"/>
                </a:moveTo>
                <a:lnTo>
                  <a:pt x="7626575" y="0"/>
                </a:lnTo>
                <a:lnTo>
                  <a:pt x="7626575" y="7226180"/>
                </a:lnTo>
                <a:lnTo>
                  <a:pt x="0" y="722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1251" y="2972735"/>
            <a:ext cx="8062749" cy="317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7"/>
              </a:lnSpc>
              <a:spcBef>
                <a:spcPct val="0"/>
              </a:spcBef>
            </a:pPr>
            <a:r>
              <a:rPr lang="en-US" b="true" sz="911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Honorable Mentions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94543" y="3077510"/>
            <a:ext cx="6524106" cy="13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No control over concurrency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94543" y="5443884"/>
            <a:ext cx="6524106" cy="13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Not that many built-in combinations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48594">
            <a:off x="9865245" y="-4577426"/>
            <a:ext cx="7626575" cy="7226180"/>
          </a:xfrm>
          <a:custGeom>
            <a:avLst/>
            <a:gdLst/>
            <a:ahLst/>
            <a:cxnLst/>
            <a:rect r="r" b="b" t="t" l="l"/>
            <a:pathLst>
              <a:path h="7226180" w="7626575">
                <a:moveTo>
                  <a:pt x="0" y="0"/>
                </a:moveTo>
                <a:lnTo>
                  <a:pt x="7626575" y="0"/>
                </a:lnTo>
                <a:lnTo>
                  <a:pt x="7626575" y="7226180"/>
                </a:lnTo>
                <a:lnTo>
                  <a:pt x="0" y="722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1251" y="2972735"/>
            <a:ext cx="8062749" cy="317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7"/>
              </a:lnSpc>
              <a:spcBef>
                <a:spcPct val="0"/>
              </a:spcBef>
            </a:pPr>
            <a:r>
              <a:rPr lang="en-US" b="true" sz="911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So what’s the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09125" y="3077510"/>
            <a:ext cx="6524106" cy="13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Sponsor TC39 proposals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09125" y="5443884"/>
            <a:ext cx="6524106" cy="13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7"/>
              </a:lnSpc>
              <a:spcBef>
                <a:spcPct val="0"/>
              </a:spcBef>
            </a:pPr>
            <a:r>
              <a:rPr lang="en-US" sz="3833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Use third party libraries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48594">
            <a:off x="9124197" y="-1401507"/>
            <a:ext cx="7626575" cy="7226180"/>
          </a:xfrm>
          <a:custGeom>
            <a:avLst/>
            <a:gdLst/>
            <a:ahLst/>
            <a:cxnLst/>
            <a:rect r="r" b="b" t="t" l="l"/>
            <a:pathLst>
              <a:path h="7226180" w="7626575">
                <a:moveTo>
                  <a:pt x="0" y="0"/>
                </a:moveTo>
                <a:lnTo>
                  <a:pt x="7626575" y="0"/>
                </a:lnTo>
                <a:lnTo>
                  <a:pt x="7626575" y="7226180"/>
                </a:lnTo>
                <a:lnTo>
                  <a:pt x="0" y="7226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24371" y="4270749"/>
            <a:ext cx="8062749" cy="156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7"/>
              </a:lnSpc>
              <a:spcBef>
                <a:spcPct val="0"/>
              </a:spcBef>
            </a:pPr>
            <a:r>
              <a:rPr lang="en-US" b="true" sz="911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EFFECT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8601075" y="1028700"/>
            <a:ext cx="9525" cy="822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3432788" y="-3929093"/>
            <a:ext cx="9622368" cy="9622368"/>
          </a:xfrm>
          <a:custGeom>
            <a:avLst/>
            <a:gdLst/>
            <a:ahLst/>
            <a:cxnLst/>
            <a:rect r="r" b="b" t="t" l="l"/>
            <a:pathLst>
              <a:path h="9622368" w="9622368">
                <a:moveTo>
                  <a:pt x="0" y="0"/>
                </a:moveTo>
                <a:lnTo>
                  <a:pt x="9622367" y="0"/>
                </a:lnTo>
                <a:lnTo>
                  <a:pt x="9622367" y="9622367"/>
                </a:lnTo>
                <a:lnTo>
                  <a:pt x="0" y="9622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29370">
            <a:off x="13944424" y="2014046"/>
            <a:ext cx="8687152" cy="8231077"/>
          </a:xfrm>
          <a:custGeom>
            <a:avLst/>
            <a:gdLst/>
            <a:ahLst/>
            <a:cxnLst/>
            <a:rect r="r" b="b" t="t" l="l"/>
            <a:pathLst>
              <a:path h="8231077" w="8687152">
                <a:moveTo>
                  <a:pt x="0" y="0"/>
                </a:moveTo>
                <a:lnTo>
                  <a:pt x="8687152" y="0"/>
                </a:lnTo>
                <a:lnTo>
                  <a:pt x="8687152" y="8231077"/>
                </a:lnTo>
                <a:lnTo>
                  <a:pt x="0" y="8231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</a:blip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19687" t="0" r="10127" b="0"/>
          <a:stretch>
            <a:fillRect/>
          </a:stretch>
        </p:blipFill>
        <p:spPr>
          <a:xfrm flipH="false" flipV="false" rot="0">
            <a:off x="689623" y="869372"/>
            <a:ext cx="8343472" cy="891592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015139" y="2107887"/>
            <a:ext cx="6042403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And we are done 🥳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8601075" y="1028700"/>
            <a:ext cx="9525" cy="822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278471" y="432874"/>
            <a:ext cx="9622368" cy="9622368"/>
          </a:xfrm>
          <a:custGeom>
            <a:avLst/>
            <a:gdLst/>
            <a:ahLst/>
            <a:cxnLst/>
            <a:rect r="r" b="b" t="t" l="l"/>
            <a:pathLst>
              <a:path h="9622368" w="9622368">
                <a:moveTo>
                  <a:pt x="0" y="0"/>
                </a:moveTo>
                <a:lnTo>
                  <a:pt x="9622368" y="0"/>
                </a:lnTo>
                <a:lnTo>
                  <a:pt x="9622368" y="9622368"/>
                </a:lnTo>
                <a:lnTo>
                  <a:pt x="0" y="9622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888" t="0" r="-3888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29370">
            <a:off x="13944424" y="2014046"/>
            <a:ext cx="8687152" cy="8231077"/>
          </a:xfrm>
          <a:custGeom>
            <a:avLst/>
            <a:gdLst/>
            <a:ahLst/>
            <a:cxnLst/>
            <a:rect r="r" b="b" t="t" l="l"/>
            <a:pathLst>
              <a:path h="8231077" w="8687152">
                <a:moveTo>
                  <a:pt x="0" y="0"/>
                </a:moveTo>
                <a:lnTo>
                  <a:pt x="8687152" y="0"/>
                </a:lnTo>
                <a:lnTo>
                  <a:pt x="8687152" y="8231077"/>
                </a:lnTo>
                <a:lnTo>
                  <a:pt x="0" y="8231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424035" y="1561381"/>
            <a:ext cx="6042403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Follow me on Twitter.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24035" y="4534217"/>
            <a:ext cx="6860194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@warriorRapid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24035" y="6371907"/>
            <a:ext cx="6042403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The End!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DAGwx7EGlrk</dc:identifier>
  <dcterms:modified xsi:type="dcterms:W3CDTF">2011-08-01T06:04:30Z</dcterms:modified>
  <cp:revision>1</cp:revision>
  <dc:title>Building AI apps with React</dc:title>
</cp:coreProperties>
</file>